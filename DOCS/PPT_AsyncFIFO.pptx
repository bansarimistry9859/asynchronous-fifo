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92" r:id="rId3"/>
    <p:sldId id="258" r:id="rId4"/>
    <p:sldId id="257" r:id="rId5"/>
    <p:sldId id="260" r:id="rId6"/>
    <p:sldId id="262" r:id="rId7"/>
    <p:sldId id="261" r:id="rId8"/>
    <p:sldId id="293" r:id="rId9"/>
    <p:sldId id="304" r:id="rId10"/>
    <p:sldId id="263" r:id="rId11"/>
    <p:sldId id="264" r:id="rId12"/>
    <p:sldId id="266" r:id="rId13"/>
    <p:sldId id="305" r:id="rId14"/>
    <p:sldId id="269" r:id="rId15"/>
    <p:sldId id="265" r:id="rId16"/>
    <p:sldId id="308" r:id="rId17"/>
    <p:sldId id="268" r:id="rId18"/>
    <p:sldId id="306" r:id="rId19"/>
    <p:sldId id="307" r:id="rId20"/>
    <p:sldId id="283" r:id="rId21"/>
    <p:sldId id="270" r:id="rId22"/>
    <p:sldId id="296" r:id="rId23"/>
    <p:sldId id="271" r:id="rId24"/>
    <p:sldId id="30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6C79A-5E59-41E3-A361-258CA5FC35BD}" v="3" dt="2025-10-03T18:10:53.8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42" autoAdjust="0"/>
    <p:restoredTop sz="94660"/>
  </p:normalViewPr>
  <p:slideViewPr>
    <p:cSldViewPr snapToGrid="0">
      <p:cViewPr varScale="1">
        <p:scale>
          <a:sx n="83" d="100"/>
          <a:sy n="83" d="100"/>
        </p:scale>
        <p:origin x="76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nsari Mistry" userId="7ce211a870bb6068" providerId="LiveId" clId="{6A0191D9-4F45-47CE-8C7E-7396980A7452}"/>
    <pc:docChg chg="undo custSel modSld sldOrd">
      <pc:chgData name="Bansari Mistry" userId="7ce211a870bb6068" providerId="LiveId" clId="{6A0191D9-4F45-47CE-8C7E-7396980A7452}" dt="2025-10-03T18:17:25.957" v="74" actId="700"/>
      <pc:docMkLst>
        <pc:docMk/>
      </pc:docMkLst>
      <pc:sldChg chg="modSp mod modClrScheme chgLayout">
        <pc:chgData name="Bansari Mistry" userId="7ce211a870bb6068" providerId="LiveId" clId="{6A0191D9-4F45-47CE-8C7E-7396980A7452}" dt="2025-10-03T18:14:12.471" v="27" actId="700"/>
        <pc:sldMkLst>
          <pc:docMk/>
          <pc:sldMk cId="3579614656" sldId="256"/>
        </pc:sldMkLst>
        <pc:spChg chg="mod ord">
          <ac:chgData name="Bansari Mistry" userId="7ce211a870bb6068" providerId="LiveId" clId="{6A0191D9-4F45-47CE-8C7E-7396980A7452}" dt="2025-10-03T18:14:12.471" v="27" actId="700"/>
          <ac:spMkLst>
            <pc:docMk/>
            <pc:sldMk cId="3579614656" sldId="256"/>
            <ac:spMk id="2" creationId="{8088CE9A-923D-44E7-7A41-8DFF9CBF5FFE}"/>
          </ac:spMkLst>
        </pc:spChg>
        <pc:spChg chg="mod ord">
          <ac:chgData name="Bansari Mistry" userId="7ce211a870bb6068" providerId="LiveId" clId="{6A0191D9-4F45-47CE-8C7E-7396980A7452}" dt="2025-10-03T18:14:12.471" v="27" actId="700"/>
          <ac:spMkLst>
            <pc:docMk/>
            <pc:sldMk cId="3579614656" sldId="256"/>
            <ac:spMk id="3" creationId="{92C56CB9-7FF0-70A8-8748-BA2631286D3F}"/>
          </ac:spMkLst>
        </pc:spChg>
      </pc:sldChg>
      <pc:sldChg chg="modSp mod modClrScheme chgLayout">
        <pc:chgData name="Bansari Mistry" userId="7ce211a870bb6068" providerId="LiveId" clId="{6A0191D9-4F45-47CE-8C7E-7396980A7452}" dt="2025-10-03T18:15:01.540" v="53" actId="5793"/>
        <pc:sldMkLst>
          <pc:docMk/>
          <pc:sldMk cId="793945928" sldId="257"/>
        </pc:sldMkLst>
        <pc:spChg chg="mod ord">
          <ac:chgData name="Bansari Mistry" userId="7ce211a870bb6068" providerId="LiveId" clId="{6A0191D9-4F45-47CE-8C7E-7396980A7452}" dt="2025-10-03T18:14:55.749" v="51" actId="700"/>
          <ac:spMkLst>
            <pc:docMk/>
            <pc:sldMk cId="793945928" sldId="257"/>
            <ac:spMk id="12" creationId="{72536476-BDC9-F354-DC6A-C99E41CEEAFB}"/>
          </ac:spMkLst>
        </pc:spChg>
        <pc:spChg chg="mod ord">
          <ac:chgData name="Bansari Mistry" userId="7ce211a870bb6068" providerId="LiveId" clId="{6A0191D9-4F45-47CE-8C7E-7396980A7452}" dt="2025-10-03T18:15:01.540" v="53" actId="5793"/>
          <ac:spMkLst>
            <pc:docMk/>
            <pc:sldMk cId="793945928" sldId="257"/>
            <ac:spMk id="23" creationId="{CA6BCCE0-1C98-89D9-8A7C-99E624981C64}"/>
          </ac:spMkLst>
        </pc:spChg>
      </pc:sldChg>
      <pc:sldChg chg="modSp mod modClrScheme chgLayout">
        <pc:chgData name="Bansari Mistry" userId="7ce211a870bb6068" providerId="LiveId" clId="{6A0191D9-4F45-47CE-8C7E-7396980A7452}" dt="2025-10-03T18:14:31.724" v="46" actId="700"/>
        <pc:sldMkLst>
          <pc:docMk/>
          <pc:sldMk cId="3296802960" sldId="258"/>
        </pc:sldMkLst>
        <pc:spChg chg="mod ord">
          <ac:chgData name="Bansari Mistry" userId="7ce211a870bb6068" providerId="LiveId" clId="{6A0191D9-4F45-47CE-8C7E-7396980A7452}" dt="2025-10-03T18:14:31.724" v="46" actId="700"/>
          <ac:spMkLst>
            <pc:docMk/>
            <pc:sldMk cId="3296802960" sldId="258"/>
            <ac:spMk id="2" creationId="{997C4C4F-9D1E-959C-1374-94EBF235BC30}"/>
          </ac:spMkLst>
        </pc:spChg>
        <pc:spChg chg="mod ord">
          <ac:chgData name="Bansari Mistry" userId="7ce211a870bb6068" providerId="LiveId" clId="{6A0191D9-4F45-47CE-8C7E-7396980A7452}" dt="2025-10-03T18:14:31.724" v="46" actId="700"/>
          <ac:spMkLst>
            <pc:docMk/>
            <pc:sldMk cId="3296802960" sldId="258"/>
            <ac:spMk id="3" creationId="{9EFD2190-1D4E-216B-1A1C-2D97591ED8AF}"/>
          </ac:spMkLst>
        </pc:spChg>
        <pc:spChg chg="mod ord">
          <ac:chgData name="Bansari Mistry" userId="7ce211a870bb6068" providerId="LiveId" clId="{6A0191D9-4F45-47CE-8C7E-7396980A7452}" dt="2025-10-03T18:14:31.724" v="46" actId="700"/>
          <ac:spMkLst>
            <pc:docMk/>
            <pc:sldMk cId="3296802960" sldId="258"/>
            <ac:spMk id="6" creationId="{1874820C-B939-1600-6FE2-44FFF20022C6}"/>
          </ac:spMkLst>
        </pc:spChg>
      </pc:sldChg>
      <pc:sldChg chg="modSp mod modClrScheme chgLayout">
        <pc:chgData name="Bansari Mistry" userId="7ce211a870bb6068" providerId="LiveId" clId="{6A0191D9-4F45-47CE-8C7E-7396980A7452}" dt="2025-10-03T18:15:17.554" v="55" actId="1076"/>
        <pc:sldMkLst>
          <pc:docMk/>
          <pc:sldMk cId="1865351379" sldId="260"/>
        </pc:sldMkLst>
        <pc:spChg chg="mod ord">
          <ac:chgData name="Bansari Mistry" userId="7ce211a870bb6068" providerId="LiveId" clId="{6A0191D9-4F45-47CE-8C7E-7396980A7452}" dt="2025-10-03T18:15:17.554" v="55" actId="1076"/>
          <ac:spMkLst>
            <pc:docMk/>
            <pc:sldMk cId="1865351379" sldId="260"/>
            <ac:spMk id="2" creationId="{DCD53303-6346-6BD5-5C65-76206690BAD1}"/>
          </ac:spMkLst>
        </pc:spChg>
        <pc:spChg chg="mod ord">
          <ac:chgData name="Bansari Mistry" userId="7ce211a870bb6068" providerId="LiveId" clId="{6A0191D9-4F45-47CE-8C7E-7396980A7452}" dt="2025-10-03T18:15:11.221" v="54" actId="700"/>
          <ac:spMkLst>
            <pc:docMk/>
            <pc:sldMk cId="1865351379" sldId="260"/>
            <ac:spMk id="9" creationId="{EE0FEA90-2F29-4662-826A-7B405C60B530}"/>
          </ac:spMkLst>
        </pc:spChg>
        <pc:spChg chg="mod ord">
          <ac:chgData name="Bansari Mistry" userId="7ce211a870bb6068" providerId="LiveId" clId="{6A0191D9-4F45-47CE-8C7E-7396980A7452}" dt="2025-10-03T18:15:11.221" v="54" actId="700"/>
          <ac:spMkLst>
            <pc:docMk/>
            <pc:sldMk cId="1865351379" sldId="260"/>
            <ac:spMk id="10" creationId="{C135BB8C-FA4C-1254-1DCA-3729C0F09E14}"/>
          </ac:spMkLst>
        </pc:spChg>
      </pc:sldChg>
      <pc:sldChg chg="modSp mod modClrScheme chgLayout">
        <pc:chgData name="Bansari Mistry" userId="7ce211a870bb6068" providerId="LiveId" clId="{6A0191D9-4F45-47CE-8C7E-7396980A7452}" dt="2025-10-03T18:15:42.381" v="58" actId="1076"/>
        <pc:sldMkLst>
          <pc:docMk/>
          <pc:sldMk cId="713209270" sldId="261"/>
        </pc:sldMkLst>
        <pc:spChg chg="mod ord">
          <ac:chgData name="Bansari Mistry" userId="7ce211a870bb6068" providerId="LiveId" clId="{6A0191D9-4F45-47CE-8C7E-7396980A7452}" dt="2025-10-03T18:15:42.381" v="58" actId="1076"/>
          <ac:spMkLst>
            <pc:docMk/>
            <pc:sldMk cId="713209270" sldId="261"/>
            <ac:spMk id="2" creationId="{62645D8C-0910-39F7-3BE7-D1D21A08E9F0}"/>
          </ac:spMkLst>
        </pc:spChg>
        <pc:spChg chg="mod ord">
          <ac:chgData name="Bansari Mistry" userId="7ce211a870bb6068" providerId="LiveId" clId="{6A0191D9-4F45-47CE-8C7E-7396980A7452}" dt="2025-10-03T18:15:34.792" v="57" actId="700"/>
          <ac:spMkLst>
            <pc:docMk/>
            <pc:sldMk cId="713209270" sldId="261"/>
            <ac:spMk id="12" creationId="{DC724285-34A4-C531-C551-07868E7DAA77}"/>
          </ac:spMkLst>
        </pc:spChg>
      </pc:sldChg>
      <pc:sldChg chg="modSp mod modClrScheme chgLayout">
        <pc:chgData name="Bansari Mistry" userId="7ce211a870bb6068" providerId="LiveId" clId="{6A0191D9-4F45-47CE-8C7E-7396980A7452}" dt="2025-10-03T18:15:26.951" v="56" actId="700"/>
        <pc:sldMkLst>
          <pc:docMk/>
          <pc:sldMk cId="811467735" sldId="262"/>
        </pc:sldMkLst>
        <pc:spChg chg="mod ord">
          <ac:chgData name="Bansari Mistry" userId="7ce211a870bb6068" providerId="LiveId" clId="{6A0191D9-4F45-47CE-8C7E-7396980A7452}" dt="2025-10-03T18:15:26.951" v="56" actId="700"/>
          <ac:spMkLst>
            <pc:docMk/>
            <pc:sldMk cId="811467735" sldId="262"/>
            <ac:spMk id="2" creationId="{E8F3FB06-A2C1-57BD-7CFA-06AF99374852}"/>
          </ac:spMkLst>
        </pc:spChg>
        <pc:spChg chg="mod ord">
          <ac:chgData name="Bansari Mistry" userId="7ce211a870bb6068" providerId="LiveId" clId="{6A0191D9-4F45-47CE-8C7E-7396980A7452}" dt="2025-10-03T18:15:26.951" v="56" actId="700"/>
          <ac:spMkLst>
            <pc:docMk/>
            <pc:sldMk cId="811467735" sldId="262"/>
            <ac:spMk id="8" creationId="{7AC143CE-B25D-E048-6051-3D86E6283B0A}"/>
          </ac:spMkLst>
        </pc:spChg>
        <pc:spChg chg="mod ord">
          <ac:chgData name="Bansari Mistry" userId="7ce211a870bb6068" providerId="LiveId" clId="{6A0191D9-4F45-47CE-8C7E-7396980A7452}" dt="2025-10-03T18:15:26.951" v="56" actId="700"/>
          <ac:spMkLst>
            <pc:docMk/>
            <pc:sldMk cId="811467735" sldId="262"/>
            <ac:spMk id="13" creationId="{B249B918-A897-08A9-DD1F-615952765E1B}"/>
          </ac:spMkLst>
        </pc:spChg>
      </pc:sldChg>
      <pc:sldChg chg="modSp mod modClrScheme chgLayout">
        <pc:chgData name="Bansari Mistry" userId="7ce211a870bb6068" providerId="LiveId" clId="{6A0191D9-4F45-47CE-8C7E-7396980A7452}" dt="2025-10-03T18:15:57.558" v="60" actId="700"/>
        <pc:sldMkLst>
          <pc:docMk/>
          <pc:sldMk cId="1794612603" sldId="263"/>
        </pc:sldMkLst>
        <pc:spChg chg="mod ord">
          <ac:chgData name="Bansari Mistry" userId="7ce211a870bb6068" providerId="LiveId" clId="{6A0191D9-4F45-47CE-8C7E-7396980A7452}" dt="2025-10-03T18:15:57.558" v="60" actId="700"/>
          <ac:spMkLst>
            <pc:docMk/>
            <pc:sldMk cId="1794612603" sldId="263"/>
            <ac:spMk id="2" creationId="{D65F9413-9B6B-2AE7-B015-21C9E2398FAE}"/>
          </ac:spMkLst>
        </pc:spChg>
        <pc:spChg chg="mod ord">
          <ac:chgData name="Bansari Mistry" userId="7ce211a870bb6068" providerId="LiveId" clId="{6A0191D9-4F45-47CE-8C7E-7396980A7452}" dt="2025-10-03T18:15:57.558" v="60" actId="700"/>
          <ac:spMkLst>
            <pc:docMk/>
            <pc:sldMk cId="1794612603" sldId="263"/>
            <ac:spMk id="6" creationId="{3B912B6E-15D0-23AB-1257-77902CAF4427}"/>
          </ac:spMkLst>
        </pc:spChg>
        <pc:spChg chg="mod ord">
          <ac:chgData name="Bansari Mistry" userId="7ce211a870bb6068" providerId="LiveId" clId="{6A0191D9-4F45-47CE-8C7E-7396980A7452}" dt="2025-10-03T18:15:57.558" v="60" actId="700"/>
          <ac:spMkLst>
            <pc:docMk/>
            <pc:sldMk cId="1794612603" sldId="263"/>
            <ac:spMk id="8" creationId="{8806B49C-CBC7-E95B-1564-ACAC22F2761C}"/>
          </ac:spMkLst>
        </pc:spChg>
      </pc:sldChg>
      <pc:sldChg chg="modSp mod modClrScheme chgLayout">
        <pc:chgData name="Bansari Mistry" userId="7ce211a870bb6068" providerId="LiveId" clId="{6A0191D9-4F45-47CE-8C7E-7396980A7452}" dt="2025-10-03T18:16:06.501" v="61" actId="700"/>
        <pc:sldMkLst>
          <pc:docMk/>
          <pc:sldMk cId="1767806596" sldId="264"/>
        </pc:sldMkLst>
        <pc:spChg chg="mod ord">
          <ac:chgData name="Bansari Mistry" userId="7ce211a870bb6068" providerId="LiveId" clId="{6A0191D9-4F45-47CE-8C7E-7396980A7452}" dt="2025-10-03T18:16:06.501" v="61" actId="700"/>
          <ac:spMkLst>
            <pc:docMk/>
            <pc:sldMk cId="1767806596" sldId="264"/>
            <ac:spMk id="2" creationId="{89E13102-CA9B-90E7-F1BE-CB8B7687E082}"/>
          </ac:spMkLst>
        </pc:spChg>
        <pc:spChg chg="mod ord">
          <ac:chgData name="Bansari Mistry" userId="7ce211a870bb6068" providerId="LiveId" clId="{6A0191D9-4F45-47CE-8C7E-7396980A7452}" dt="2025-10-03T18:16:06.501" v="61" actId="700"/>
          <ac:spMkLst>
            <pc:docMk/>
            <pc:sldMk cId="1767806596" sldId="264"/>
            <ac:spMk id="3" creationId="{9761E242-9246-FBE0-D102-10A1052F641A}"/>
          </ac:spMkLst>
        </pc:spChg>
        <pc:spChg chg="mod ord">
          <ac:chgData name="Bansari Mistry" userId="7ce211a870bb6068" providerId="LiveId" clId="{6A0191D9-4F45-47CE-8C7E-7396980A7452}" dt="2025-10-03T18:16:06.501" v="61" actId="700"/>
          <ac:spMkLst>
            <pc:docMk/>
            <pc:sldMk cId="1767806596" sldId="264"/>
            <ac:spMk id="6" creationId="{8BB8DC8C-8647-46AB-4C6B-37A1FB1D18E2}"/>
          </ac:spMkLst>
        </pc:spChg>
      </pc:sldChg>
      <pc:sldChg chg="modSp mod modClrScheme chgLayout">
        <pc:chgData name="Bansari Mistry" userId="7ce211a870bb6068" providerId="LiveId" clId="{6A0191D9-4F45-47CE-8C7E-7396980A7452}" dt="2025-10-03T18:16:51.154" v="71" actId="20577"/>
        <pc:sldMkLst>
          <pc:docMk/>
          <pc:sldMk cId="3731319555" sldId="265"/>
        </pc:sldMkLst>
        <pc:spChg chg="mod ord">
          <ac:chgData name="Bansari Mistry" userId="7ce211a870bb6068" providerId="LiveId" clId="{6A0191D9-4F45-47CE-8C7E-7396980A7452}" dt="2025-10-03T18:16:44.006" v="67" actId="700"/>
          <ac:spMkLst>
            <pc:docMk/>
            <pc:sldMk cId="3731319555" sldId="265"/>
            <ac:spMk id="2" creationId="{11DB130F-C219-2D53-2929-503E117ADABF}"/>
          </ac:spMkLst>
        </pc:spChg>
        <pc:spChg chg="mod ord">
          <ac:chgData name="Bansari Mistry" userId="7ce211a870bb6068" providerId="LiveId" clId="{6A0191D9-4F45-47CE-8C7E-7396980A7452}" dt="2025-10-03T18:16:44.006" v="67" actId="700"/>
          <ac:spMkLst>
            <pc:docMk/>
            <pc:sldMk cId="3731319555" sldId="265"/>
            <ac:spMk id="28" creationId="{DA0EAB34-0BBE-2813-F67F-6FAA7DA30EAF}"/>
          </ac:spMkLst>
        </pc:spChg>
        <pc:spChg chg="mod ord">
          <ac:chgData name="Bansari Mistry" userId="7ce211a870bb6068" providerId="LiveId" clId="{6A0191D9-4F45-47CE-8C7E-7396980A7452}" dt="2025-10-03T18:16:51.154" v="71" actId="20577"/>
          <ac:spMkLst>
            <pc:docMk/>
            <pc:sldMk cId="3731319555" sldId="265"/>
            <ac:spMk id="35" creationId="{21B44DDB-4D1C-8691-D0EC-8A51B553001D}"/>
          </ac:spMkLst>
        </pc:spChg>
      </pc:sldChg>
      <pc:sldChg chg="modSp mod modClrScheme chgLayout">
        <pc:chgData name="Bansari Mistry" userId="7ce211a870bb6068" providerId="LiveId" clId="{6A0191D9-4F45-47CE-8C7E-7396980A7452}" dt="2025-10-03T18:16:14.563" v="62" actId="700"/>
        <pc:sldMkLst>
          <pc:docMk/>
          <pc:sldMk cId="2548810216" sldId="266"/>
        </pc:sldMkLst>
        <pc:spChg chg="mod ord">
          <ac:chgData name="Bansari Mistry" userId="7ce211a870bb6068" providerId="LiveId" clId="{6A0191D9-4F45-47CE-8C7E-7396980A7452}" dt="2025-10-03T18:16:14.563" v="62" actId="700"/>
          <ac:spMkLst>
            <pc:docMk/>
            <pc:sldMk cId="2548810216" sldId="266"/>
            <ac:spMk id="2" creationId="{84C2BD64-5B89-FFD9-6B3D-6454A4323F6E}"/>
          </ac:spMkLst>
        </pc:spChg>
        <pc:spChg chg="mod ord">
          <ac:chgData name="Bansari Mistry" userId="7ce211a870bb6068" providerId="LiveId" clId="{6A0191D9-4F45-47CE-8C7E-7396980A7452}" dt="2025-10-03T18:16:14.563" v="62" actId="700"/>
          <ac:spMkLst>
            <pc:docMk/>
            <pc:sldMk cId="2548810216" sldId="266"/>
            <ac:spMk id="3" creationId="{ACC246E3-68E5-4FAE-1A63-AD16C86F2BCD}"/>
          </ac:spMkLst>
        </pc:spChg>
        <pc:spChg chg="mod ord">
          <ac:chgData name="Bansari Mistry" userId="7ce211a870bb6068" providerId="LiveId" clId="{6A0191D9-4F45-47CE-8C7E-7396980A7452}" dt="2025-10-03T18:16:14.563" v="62" actId="700"/>
          <ac:spMkLst>
            <pc:docMk/>
            <pc:sldMk cId="2548810216" sldId="266"/>
            <ac:spMk id="13" creationId="{A85FF428-A1C0-6B57-306A-557AE139A9FC}"/>
          </ac:spMkLst>
        </pc:spChg>
      </pc:sldChg>
      <pc:sldChg chg="modSp mod">
        <pc:chgData name="Bansari Mistry" userId="7ce211a870bb6068" providerId="LiveId" clId="{6A0191D9-4F45-47CE-8C7E-7396980A7452}" dt="2025-10-03T17:52:10.663" v="22" actId="1035"/>
        <pc:sldMkLst>
          <pc:docMk/>
          <pc:sldMk cId="2672757808" sldId="268"/>
        </pc:sldMkLst>
        <pc:picChg chg="mod">
          <ac:chgData name="Bansari Mistry" userId="7ce211a870bb6068" providerId="LiveId" clId="{6A0191D9-4F45-47CE-8C7E-7396980A7452}" dt="2025-10-03T17:52:10.663" v="22" actId="1035"/>
          <ac:picMkLst>
            <pc:docMk/>
            <pc:sldMk cId="2672757808" sldId="268"/>
            <ac:picMk id="34" creationId="{4A9DEBE0-00BB-8822-B182-33D9D1D439F0}"/>
          </ac:picMkLst>
        </pc:picChg>
      </pc:sldChg>
      <pc:sldChg chg="modSp mod modClrScheme chgLayout">
        <pc:chgData name="Bansari Mistry" userId="7ce211a870bb6068" providerId="LiveId" clId="{6A0191D9-4F45-47CE-8C7E-7396980A7452}" dt="2025-10-03T18:16:33.599" v="65" actId="1076"/>
        <pc:sldMkLst>
          <pc:docMk/>
          <pc:sldMk cId="1087467013" sldId="269"/>
        </pc:sldMkLst>
        <pc:spChg chg="mod ord">
          <ac:chgData name="Bansari Mistry" userId="7ce211a870bb6068" providerId="LiveId" clId="{6A0191D9-4F45-47CE-8C7E-7396980A7452}" dt="2025-10-03T18:16:28.903" v="64" actId="700"/>
          <ac:spMkLst>
            <pc:docMk/>
            <pc:sldMk cId="1087467013" sldId="269"/>
            <ac:spMk id="2" creationId="{2A1665A9-8689-D689-D633-286E74E39B70}"/>
          </ac:spMkLst>
        </pc:spChg>
        <pc:spChg chg="mod ord">
          <ac:chgData name="Bansari Mistry" userId="7ce211a870bb6068" providerId="LiveId" clId="{6A0191D9-4F45-47CE-8C7E-7396980A7452}" dt="2025-10-03T18:16:28.903" v="64" actId="700"/>
          <ac:spMkLst>
            <pc:docMk/>
            <pc:sldMk cId="1087467013" sldId="269"/>
            <ac:spMk id="14" creationId="{2E540ED5-EDEC-67ED-6E06-81FCD8492D8A}"/>
          </ac:spMkLst>
        </pc:spChg>
        <pc:picChg chg="mod ord">
          <ac:chgData name="Bansari Mistry" userId="7ce211a870bb6068" providerId="LiveId" clId="{6A0191D9-4F45-47CE-8C7E-7396980A7452}" dt="2025-10-03T18:16:33.599" v="65" actId="1076"/>
          <ac:picMkLst>
            <pc:docMk/>
            <pc:sldMk cId="1087467013" sldId="269"/>
            <ac:picMk id="25" creationId="{3414C3CE-59E8-EBA9-CCFB-5CB2CA7290DB}"/>
          </ac:picMkLst>
        </pc:picChg>
      </pc:sldChg>
      <pc:sldChg chg="modSp mod">
        <pc:chgData name="Bansari Mistry" userId="7ce211a870bb6068" providerId="LiveId" clId="{6A0191D9-4F45-47CE-8C7E-7396980A7452}" dt="2025-10-01T04:10:24.141" v="6" actId="20577"/>
        <pc:sldMkLst>
          <pc:docMk/>
          <pc:sldMk cId="3686937887" sldId="271"/>
        </pc:sldMkLst>
        <pc:spChg chg="mod">
          <ac:chgData name="Bansari Mistry" userId="7ce211a870bb6068" providerId="LiveId" clId="{6A0191D9-4F45-47CE-8C7E-7396980A7452}" dt="2025-10-01T04:10:24.141" v="6" actId="20577"/>
          <ac:spMkLst>
            <pc:docMk/>
            <pc:sldMk cId="3686937887" sldId="271"/>
            <ac:spMk id="4" creationId="{AB010EDE-0344-FB61-4957-51C9B7C50D85}"/>
          </ac:spMkLst>
        </pc:spChg>
      </pc:sldChg>
      <pc:sldChg chg="modSp mod ord modClrScheme chgLayout">
        <pc:chgData name="Bansari Mistry" userId="7ce211a870bb6068" providerId="LiveId" clId="{6A0191D9-4F45-47CE-8C7E-7396980A7452}" dt="2025-10-03T18:17:06.002" v="73" actId="700"/>
        <pc:sldMkLst>
          <pc:docMk/>
          <pc:sldMk cId="1000833762" sldId="283"/>
        </pc:sldMkLst>
        <pc:spChg chg="mod ord">
          <ac:chgData name="Bansari Mistry" userId="7ce211a870bb6068" providerId="LiveId" clId="{6A0191D9-4F45-47CE-8C7E-7396980A7452}" dt="2025-10-03T18:17:06.002" v="73" actId="700"/>
          <ac:spMkLst>
            <pc:docMk/>
            <pc:sldMk cId="1000833762" sldId="283"/>
            <ac:spMk id="2" creationId="{4611197A-11A0-E36D-5B75-CF9068B8F533}"/>
          </ac:spMkLst>
        </pc:spChg>
        <pc:spChg chg="mod ord">
          <ac:chgData name="Bansari Mistry" userId="7ce211a870bb6068" providerId="LiveId" clId="{6A0191D9-4F45-47CE-8C7E-7396980A7452}" dt="2025-10-03T18:17:06.002" v="73" actId="700"/>
          <ac:spMkLst>
            <pc:docMk/>
            <pc:sldMk cId="1000833762" sldId="283"/>
            <ac:spMk id="12" creationId="{3FB7D84D-F2C0-20BA-6698-7D1CB38BDADA}"/>
          </ac:spMkLst>
        </pc:spChg>
        <pc:picChg chg="mod ord">
          <ac:chgData name="Bansari Mistry" userId="7ce211a870bb6068" providerId="LiveId" clId="{6A0191D9-4F45-47CE-8C7E-7396980A7452}" dt="2025-10-03T18:17:06.002" v="73" actId="700"/>
          <ac:picMkLst>
            <pc:docMk/>
            <pc:sldMk cId="1000833762" sldId="283"/>
            <ac:picMk id="24" creationId="{E3E10A76-A331-F26F-0196-D886DBAB277E}"/>
          </ac:picMkLst>
        </pc:picChg>
      </pc:sldChg>
      <pc:sldChg chg="modSp mod modClrScheme chgLayout">
        <pc:chgData name="Bansari Mistry" userId="7ce211a870bb6068" providerId="LiveId" clId="{6A0191D9-4F45-47CE-8C7E-7396980A7452}" dt="2025-10-03T18:14:48.024" v="50" actId="700"/>
        <pc:sldMkLst>
          <pc:docMk/>
          <pc:sldMk cId="4063354355" sldId="292"/>
        </pc:sldMkLst>
        <pc:spChg chg="mod ord">
          <ac:chgData name="Bansari Mistry" userId="7ce211a870bb6068" providerId="LiveId" clId="{6A0191D9-4F45-47CE-8C7E-7396980A7452}" dt="2025-10-03T18:14:48.024" v="50" actId="700"/>
          <ac:spMkLst>
            <pc:docMk/>
            <pc:sldMk cId="4063354355" sldId="292"/>
            <ac:spMk id="2" creationId="{C0A5D24B-B400-D943-BC23-E3546525C9D7}"/>
          </ac:spMkLst>
        </pc:spChg>
        <pc:spChg chg="mod ord">
          <ac:chgData name="Bansari Mistry" userId="7ce211a870bb6068" providerId="LiveId" clId="{6A0191D9-4F45-47CE-8C7E-7396980A7452}" dt="2025-10-03T18:14:48.024" v="50" actId="700"/>
          <ac:spMkLst>
            <pc:docMk/>
            <pc:sldMk cId="4063354355" sldId="292"/>
            <ac:spMk id="3" creationId="{B29155B7-5BE7-FA1B-CEBE-28A093F4E0A9}"/>
          </ac:spMkLst>
        </pc:spChg>
        <pc:spChg chg="mod ord">
          <ac:chgData name="Bansari Mistry" userId="7ce211a870bb6068" providerId="LiveId" clId="{6A0191D9-4F45-47CE-8C7E-7396980A7452}" dt="2025-10-03T18:14:48.024" v="50" actId="700"/>
          <ac:spMkLst>
            <pc:docMk/>
            <pc:sldMk cId="4063354355" sldId="292"/>
            <ac:spMk id="5" creationId="{92EB23B3-7911-38DC-2756-F928A1AEA8B7}"/>
          </ac:spMkLst>
        </pc:spChg>
      </pc:sldChg>
      <pc:sldChg chg="modSp mod chgLayout">
        <pc:chgData name="Bansari Mistry" userId="7ce211a870bb6068" providerId="LiveId" clId="{6A0191D9-4F45-47CE-8C7E-7396980A7452}" dt="2025-10-03T18:17:25.957" v="74" actId="700"/>
        <pc:sldMkLst>
          <pc:docMk/>
          <pc:sldMk cId="3824300686" sldId="296"/>
        </pc:sldMkLst>
        <pc:spChg chg="mod ord">
          <ac:chgData name="Bansari Mistry" userId="7ce211a870bb6068" providerId="LiveId" clId="{6A0191D9-4F45-47CE-8C7E-7396980A7452}" dt="2025-10-03T18:17:25.957" v="74" actId="700"/>
          <ac:spMkLst>
            <pc:docMk/>
            <pc:sldMk cId="3824300686" sldId="296"/>
            <ac:spMk id="2" creationId="{DA4407DD-B8F5-BE92-AEF2-EFC9CBF17F0C}"/>
          </ac:spMkLst>
        </pc:spChg>
        <pc:spChg chg="mod ord">
          <ac:chgData name="Bansari Mistry" userId="7ce211a870bb6068" providerId="LiveId" clId="{6A0191D9-4F45-47CE-8C7E-7396980A7452}" dt="2025-10-03T18:17:25.957" v="74" actId="700"/>
          <ac:spMkLst>
            <pc:docMk/>
            <pc:sldMk cId="3824300686" sldId="296"/>
            <ac:spMk id="4" creationId="{C7D5C7FF-32DA-33F4-45DE-E06B9583E967}"/>
          </ac:spMkLst>
        </pc:spChg>
      </pc:sldChg>
      <pc:sldChg chg="modSp mod modClrScheme chgLayout">
        <pc:chgData name="Bansari Mistry" userId="7ce211a870bb6068" providerId="LiveId" clId="{6A0191D9-4F45-47CE-8C7E-7396980A7452}" dt="2025-10-03T18:15:50.135" v="59" actId="700"/>
        <pc:sldMkLst>
          <pc:docMk/>
          <pc:sldMk cId="1052271787" sldId="304"/>
        </pc:sldMkLst>
        <pc:spChg chg="mod ord">
          <ac:chgData name="Bansari Mistry" userId="7ce211a870bb6068" providerId="LiveId" clId="{6A0191D9-4F45-47CE-8C7E-7396980A7452}" dt="2025-10-03T18:15:50.135" v="59" actId="700"/>
          <ac:spMkLst>
            <pc:docMk/>
            <pc:sldMk cId="1052271787" sldId="304"/>
            <ac:spMk id="2" creationId="{4235AFCC-2E81-F173-D143-B4D56041645E}"/>
          </ac:spMkLst>
        </pc:spChg>
        <pc:spChg chg="mod ord">
          <ac:chgData name="Bansari Mistry" userId="7ce211a870bb6068" providerId="LiveId" clId="{6A0191D9-4F45-47CE-8C7E-7396980A7452}" dt="2025-10-03T18:15:50.135" v="59" actId="700"/>
          <ac:spMkLst>
            <pc:docMk/>
            <pc:sldMk cId="1052271787" sldId="304"/>
            <ac:spMk id="6" creationId="{EFAA3BA2-D423-13FE-E678-F791B1432A61}"/>
          </ac:spMkLst>
        </pc:spChg>
        <pc:spChg chg="mod ord">
          <ac:chgData name="Bansari Mistry" userId="7ce211a870bb6068" providerId="LiveId" clId="{6A0191D9-4F45-47CE-8C7E-7396980A7452}" dt="2025-10-03T18:15:50.135" v="59" actId="700"/>
          <ac:spMkLst>
            <pc:docMk/>
            <pc:sldMk cId="1052271787" sldId="304"/>
            <ac:spMk id="8" creationId="{E467ABA6-6EA7-C096-AD64-F5FCF206ED12}"/>
          </ac:spMkLst>
        </pc:spChg>
      </pc:sldChg>
      <pc:sldChg chg="modSp mod modClrScheme chgLayout">
        <pc:chgData name="Bansari Mistry" userId="7ce211a870bb6068" providerId="LiveId" clId="{6A0191D9-4F45-47CE-8C7E-7396980A7452}" dt="2025-10-03T18:16:20.732" v="63" actId="700"/>
        <pc:sldMkLst>
          <pc:docMk/>
          <pc:sldMk cId="929611622" sldId="305"/>
        </pc:sldMkLst>
        <pc:spChg chg="mod ord">
          <ac:chgData name="Bansari Mistry" userId="7ce211a870bb6068" providerId="LiveId" clId="{6A0191D9-4F45-47CE-8C7E-7396980A7452}" dt="2025-10-03T18:16:20.732" v="63" actId="700"/>
          <ac:spMkLst>
            <pc:docMk/>
            <pc:sldMk cId="929611622" sldId="305"/>
            <ac:spMk id="2" creationId="{9FADC72C-634B-7038-0161-838D714DB5EE}"/>
          </ac:spMkLst>
        </pc:spChg>
        <pc:spChg chg="mod ord">
          <ac:chgData name="Bansari Mistry" userId="7ce211a870bb6068" providerId="LiveId" clId="{6A0191D9-4F45-47CE-8C7E-7396980A7452}" dt="2025-10-03T18:16:20.732" v="63" actId="700"/>
          <ac:spMkLst>
            <pc:docMk/>
            <pc:sldMk cId="929611622" sldId="305"/>
            <ac:spMk id="3" creationId="{D12CAFCC-4C42-38B6-C51B-A9F4C1A9600E}"/>
          </ac:spMkLst>
        </pc:spChg>
        <pc:spChg chg="mod ord">
          <ac:chgData name="Bansari Mistry" userId="7ce211a870bb6068" providerId="LiveId" clId="{6A0191D9-4F45-47CE-8C7E-7396980A7452}" dt="2025-10-03T18:16:20.732" v="63" actId="700"/>
          <ac:spMkLst>
            <pc:docMk/>
            <pc:sldMk cId="929611622" sldId="305"/>
            <ac:spMk id="13" creationId="{85825F66-C48E-88DC-38E6-DD1C32922ABE}"/>
          </ac:spMkLst>
        </pc:spChg>
      </pc:sldChg>
      <pc:sldChg chg="addSp modSp">
        <pc:chgData name="Bansari Mistry" userId="7ce211a870bb6068" providerId="LiveId" clId="{6A0191D9-4F45-47CE-8C7E-7396980A7452}" dt="2025-10-03T17:52:17.909" v="24"/>
        <pc:sldMkLst>
          <pc:docMk/>
          <pc:sldMk cId="3745546589" sldId="306"/>
        </pc:sldMkLst>
        <pc:picChg chg="add mod">
          <ac:chgData name="Bansari Mistry" userId="7ce211a870bb6068" providerId="LiveId" clId="{6A0191D9-4F45-47CE-8C7E-7396980A7452}" dt="2025-10-03T17:52:17.909" v="24"/>
          <ac:picMkLst>
            <pc:docMk/>
            <pc:sldMk cId="3745546589" sldId="306"/>
            <ac:picMk id="3" creationId="{9403A967-337B-AF77-9059-3F52FF67D925}"/>
          </ac:picMkLst>
        </pc:picChg>
      </pc:sldChg>
      <pc:sldChg chg="modSp mod">
        <pc:chgData name="Bansari Mistry" userId="7ce211a870bb6068" providerId="LiveId" clId="{6A0191D9-4F45-47CE-8C7E-7396980A7452}" dt="2025-10-03T18:09:59.668" v="25" actId="1038"/>
        <pc:sldMkLst>
          <pc:docMk/>
          <pc:sldMk cId="809598365" sldId="307"/>
        </pc:sldMkLst>
        <pc:picChg chg="mod">
          <ac:chgData name="Bansari Mistry" userId="7ce211a870bb6068" providerId="LiveId" clId="{6A0191D9-4F45-47CE-8C7E-7396980A7452}" dt="2025-10-03T18:09:59.668" v="25" actId="1038"/>
          <ac:picMkLst>
            <pc:docMk/>
            <pc:sldMk cId="809598365" sldId="307"/>
            <ac:picMk id="6" creationId="{D2815B11-FBF6-14E1-7311-2436BEA0C91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8F6CE8-CFEB-1996-7749-CA345F04D8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66834-FCB1-D7F2-342E-8C3EEBDD31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4F13A-91AE-4D20-906D-47F7D0582847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C18FF-78B2-3668-1BE5-8539BACBD4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18245-4AC6-9F17-6F9D-73928F5E35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5BBC5-15C0-41D9-B7AF-9CE8E5ECD7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4203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5D0D4-5613-4D6E-96C1-11658DDE8370}" type="datetimeFigureOut">
              <a:rPr lang="en-IN" smtClean="0"/>
              <a:t>03-10-2025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1A6D-0187-4862-844F-70ED8FE08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34410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D8AB-38BF-4416-A434-FFC14CCD8D70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64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0A34-547D-4290-BEA6-BB50171648B1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58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96792-FA94-45E6-97FC-46F669FB94C0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17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94FC4-2077-4CFC-9312-DE52C8F68A2E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955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5DD3-EAEC-4A5F-9501-B0497578552E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93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6647-8F0D-454E-AD7C-5278CB30F9EF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214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1BE03-A11B-4B41-83A2-E9C43086BB01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45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B3AC6-4634-4570-8EF0-E1A2663B0A09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51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7E630-110F-4786-8C24-49B4B2F08C6C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199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AE130-AB03-431A-9BC4-752E0D2C9781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5717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A62D9-18F7-4D48-A012-6BD5B2A14C3D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586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3898-E8F5-4796-8793-3B8BD50EF086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3334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9B237-8AB2-4F39-AB9A-16DA2B3965D3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0487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3AF10-3543-4EC1-BACA-2DD2B3C1A809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0932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8306-C9D8-460C-A82A-4D5340F79A8F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5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9F6F6-3DA2-4C75-98A5-F28417378D9B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217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8328B-553B-494C-ADA1-C87D120D5D82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903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C956817-98C6-461E-840F-28C0DEE906AB}" type="datetime1">
              <a:rPr lang="en-IN" smtClean="0"/>
              <a:t>03-10-2025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CEEF9DA-162C-4BC9-87D0-8B18AED821A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83391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8CE9A-923D-44E7-7A41-8DFF9CBF5F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596900"/>
            <a:ext cx="9440034" cy="2225937"/>
          </a:xfrm>
        </p:spPr>
        <p:txBody>
          <a:bodyPr>
            <a:noAutofit/>
          </a:bodyPr>
          <a:lstStyle/>
          <a:p>
            <a:r>
              <a:rPr lang="en-US" sz="4800" b="1"/>
              <a:t>Implementation</a:t>
            </a:r>
            <a:br>
              <a:rPr lang="en-US" sz="4800" b="1"/>
            </a:br>
            <a:r>
              <a:rPr lang="en-US" sz="4800" b="1"/>
              <a:t> of </a:t>
            </a:r>
            <a:br>
              <a:rPr lang="en-US" sz="4800" b="1"/>
            </a:br>
            <a:r>
              <a:rPr lang="en-US" sz="4800" b="1"/>
              <a:t>Asynchronous FIFO</a:t>
            </a:r>
            <a:endParaRPr lang="en-IN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56CB9-7FF0-70A8-8748-BA2631286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100628"/>
            <a:ext cx="9440034" cy="1049867"/>
          </a:xfrm>
        </p:spPr>
        <p:txBody>
          <a:bodyPr>
            <a:noAutofit/>
          </a:bodyPr>
          <a:lstStyle/>
          <a:p>
            <a:br>
              <a:rPr lang="en-US" sz="2200" dirty="0"/>
            </a:br>
            <a:r>
              <a:rPr lang="en-US" sz="2200" dirty="0"/>
              <a:t>Summer Internship Project </a:t>
            </a:r>
            <a:br>
              <a:rPr lang="en-US" sz="2200" dirty="0"/>
            </a:br>
            <a:br>
              <a:rPr lang="en-US" sz="2200"/>
            </a:br>
            <a:r>
              <a:rPr lang="en-US" sz="2200"/>
              <a:t>Bansari Mistry</a:t>
            </a:r>
            <a:br>
              <a:rPr lang="en-US" sz="2200"/>
            </a:br>
            <a:r>
              <a:rPr lang="en-US" sz="2200"/>
              <a:t>EC081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Electronics and Communication Department, </a:t>
            </a:r>
            <a:br>
              <a:rPr lang="en-US" sz="2200" dirty="0"/>
            </a:br>
            <a:r>
              <a:rPr lang="en-US" sz="2200" dirty="0"/>
              <a:t>Faculty </a:t>
            </a:r>
            <a:r>
              <a:rPr lang="en-US" sz="2200"/>
              <a:t>of Technology,</a:t>
            </a:r>
            <a:br>
              <a:rPr lang="en-US" sz="2200" dirty="0"/>
            </a:br>
            <a:r>
              <a:rPr lang="en-US" sz="2200" dirty="0" err="1"/>
              <a:t>Dharmsinh</a:t>
            </a:r>
            <a:r>
              <a:rPr lang="en-US" sz="2200" dirty="0"/>
              <a:t> Desai University</a:t>
            </a:r>
            <a:br>
              <a:rPr lang="en-US" sz="2200" dirty="0"/>
            </a:b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57961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D24B-B400-D943-BC23-E3546525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155B7-5BE7-FA1B-CEBE-28A093F4E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Introduction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Block Diagram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Write-Read Operations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Full &amp; Empty Flag Condition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RTL View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Metastability &amp; Clock Domain Crossing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Simulation Results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 Delay Analysis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Application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2200">
                <a:solidFill>
                  <a:schemeClr val="tx1">
                    <a:lumMod val="75000"/>
                  </a:schemeClr>
                </a:solidFill>
              </a:rPr>
              <a:t>Conclusion</a:t>
            </a:r>
          </a:p>
          <a:p>
            <a:pPr>
              <a:buFont typeface="Courier New" panose="02070309020205020404" pitchFamily="49" charset="0"/>
              <a:buChar char="o"/>
            </a:pPr>
            <a:endParaRPr lang="en-IN" sz="2200">
              <a:solidFill>
                <a:schemeClr val="tx1">
                  <a:lumMod val="75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200">
              <a:solidFill>
                <a:schemeClr val="tx1">
                  <a:lumMod val="75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200">
              <a:solidFill>
                <a:schemeClr val="tx1">
                  <a:lumMod val="75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IN" sz="2200">
              <a:solidFill>
                <a:schemeClr val="tx1">
                  <a:lumMod val="75000"/>
                </a:schemeClr>
              </a:solidFill>
            </a:endParaRPr>
          </a:p>
          <a:p>
            <a:endParaRPr lang="en-IN" sz="2200">
              <a:solidFill>
                <a:schemeClr val="tx1">
                  <a:lumMod val="75000"/>
                </a:schemeClr>
              </a:solidFill>
            </a:endParaRPr>
          </a:p>
          <a:p>
            <a:pPr marL="36900" indent="0">
              <a:buNone/>
            </a:pPr>
            <a:endParaRPr lang="en-IN" sz="22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B23B3-7911-38DC-2756-F928A1AE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354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C4C4F-9D1E-959C-1374-94EBF23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KEYWORDS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4820C-B939-1600-6FE2-44FFF2002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3</a:t>
            </a:fld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D2190-1D4E-216B-1A1C-2D97591ED8A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579563"/>
            <a:ext cx="10353675" cy="4059237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200" b="1">
                <a:latin typeface="+mj-lt"/>
              </a:rPr>
              <a:t>Clock Domain Crossing (CDC)</a:t>
            </a:r>
            <a:r>
              <a:rPr lang="en-US" sz="2200">
                <a:latin typeface="+mj-lt"/>
              </a:rPr>
              <a:t> – Safe transfer of data between asynchronous clocks</a:t>
            </a:r>
          </a:p>
          <a:p>
            <a:pPr marL="36900" indent="0">
              <a:buNone/>
            </a:pPr>
            <a:endParaRPr lang="en-US" sz="2200">
              <a:latin typeface="+mj-lt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200" b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Read/Write Pointers</a:t>
            </a:r>
            <a:r>
              <a:rPr lang="en-US" altLang="en-US" sz="220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Core mechanism to track data locations for reading and writing.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200" b="1">
                <a:latin typeface="+mj-lt"/>
              </a:rPr>
              <a:t>Full/Empty Flags</a:t>
            </a:r>
            <a:r>
              <a:rPr lang="en-US" sz="2200">
                <a:latin typeface="+mj-lt"/>
              </a:rPr>
              <a:t> – Essential for preventing overflow and underflow conditions.</a:t>
            </a: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altLang="en-US" sz="240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400"/>
          </a:p>
          <a:p>
            <a:pPr>
              <a:buFont typeface="Courier New" panose="02070309020205020404" pitchFamily="49" charset="0"/>
              <a:buChar char="o"/>
            </a:pPr>
            <a:endParaRPr lang="en-US" sz="2400"/>
          </a:p>
          <a:p>
            <a:pPr>
              <a:buFont typeface="Courier New" panose="02070309020205020404" pitchFamily="49" charset="0"/>
              <a:buChar char="o"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96802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2536476-BDC9-F354-DC6A-C99E41CE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INTRODUCTION</a:t>
            </a:r>
            <a:endParaRPr lang="en-IN"/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CA6BCCE0-1C98-89D9-8A7C-99E624981C64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 bwMode="auto">
          <a:xfrm>
            <a:off x="0" y="1731963"/>
            <a:ext cx="11460163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First-In-First-Out (FIFO)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sequential storage mechanism in which the earliest data written into the buffer is the first to be retrieved.</a:t>
            </a: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Principle of Operation: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Data elements are inserted at the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interface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removed from            the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interface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the exact order of arrival, thereby preserving temporal sequence.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Significance: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Ensures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orderly data transfer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loss, duplication, or reordering, which is   critical in high-speed digital systems.</a:t>
            </a: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FIFO: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1.SYNCHRONOUS FIFO</a:t>
            </a:r>
          </a:p>
          <a:p>
            <a:pPr marL="36900" lvl="0" indent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20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2.ASYNCHRONOUS FIFO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945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D5A3-7BE5-FFF9-9B4D-EBC88A40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53303-6346-6BD5-5C65-76206690B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032" y="250338"/>
            <a:ext cx="10353762" cy="970450"/>
          </a:xfrm>
        </p:spPr>
        <p:txBody>
          <a:bodyPr/>
          <a:lstStyle/>
          <a:p>
            <a:pPr algn="l"/>
            <a:r>
              <a:rPr lang="en-US" sz="4000"/>
              <a:t>ASYNCHRONOUS FIFO</a:t>
            </a:r>
            <a:endParaRPr lang="en-IN" sz="4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0FEA90-2F29-4662-826A-7B405C60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5</a:t>
            </a:fld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135BB8C-FA4C-1254-1DCA-3729C0F09E14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220788"/>
            <a:ext cx="11430000" cy="5187950"/>
          </a:xfrm>
        </p:spPr>
        <p:txBody>
          <a:bodyPr>
            <a:noAutofit/>
          </a:bodyPr>
          <a:lstStyle/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2200" b="1"/>
              <a:t>Asynchronous FIFO</a:t>
            </a:r>
            <a:r>
              <a:rPr lang="en-US" sz="2200"/>
              <a:t> is used to transfer data </a:t>
            </a:r>
            <a:r>
              <a:rPr lang="en-US" sz="2200" b="1"/>
              <a:t>between two independent clock domains</a:t>
            </a:r>
            <a:r>
              <a:rPr lang="en-US" sz="2200"/>
              <a:t>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2200"/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2200"/>
              <a:t>Unlike synchronous FIFO, the </a:t>
            </a:r>
            <a:r>
              <a:rPr lang="en-US" sz="2200" b="1"/>
              <a:t>write clock (WCLK)</a:t>
            </a:r>
            <a:r>
              <a:rPr lang="en-US" sz="2200"/>
              <a:t> and </a:t>
            </a:r>
            <a:r>
              <a:rPr lang="en-US" sz="2200" b="1"/>
              <a:t>read clock (RCLK)</a:t>
            </a:r>
            <a:r>
              <a:rPr lang="en-US" sz="2200"/>
              <a:t> are </a:t>
            </a:r>
            <a:r>
              <a:rPr lang="en-US" sz="2200" b="1"/>
              <a:t>unrelated in frequency and phase</a:t>
            </a:r>
            <a:r>
              <a:rPr lang="en-US" sz="2200"/>
              <a:t>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2200"/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2200"/>
              <a:t>Uses </a:t>
            </a:r>
            <a:r>
              <a:rPr lang="en-US" sz="2200" b="1"/>
              <a:t>pointer synchronization</a:t>
            </a:r>
            <a:r>
              <a:rPr lang="en-US" sz="2200"/>
              <a:t> and </a:t>
            </a:r>
            <a:r>
              <a:rPr lang="en-US" sz="2200" b="1"/>
              <a:t>Gray code encoding</a:t>
            </a:r>
            <a:r>
              <a:rPr lang="en-US" sz="2200"/>
              <a:t> to avoid metastability when passing control signals across clocks.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2200"/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2200"/>
              <a:t>Provides </a:t>
            </a:r>
            <a:r>
              <a:rPr lang="en-US" sz="2200" b="1"/>
              <a:t>status flags</a:t>
            </a:r>
            <a:r>
              <a:rPr lang="en-US" sz="2200"/>
              <a:t> (Full &amp; Empty) for safe operation.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US" sz="2200"/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2200"/>
              <a:t>Essential in </a:t>
            </a:r>
            <a:r>
              <a:rPr lang="en-US" sz="2200" b="1"/>
              <a:t>SoC designs, communication interfaces, and multi-clock systems</a:t>
            </a:r>
            <a:r>
              <a:rPr lang="en-US" sz="2200"/>
              <a:t> where data integrity must be maintained.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IN" sz="2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7D002B-4507-7BBB-5C69-BD81A1412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880"/>
          <a:stretch>
            <a:fillRect/>
          </a:stretch>
        </p:blipFill>
        <p:spPr>
          <a:xfrm>
            <a:off x="6982341" y="495097"/>
            <a:ext cx="5047100" cy="1369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E4296B-40A3-E2EF-27E1-14736D9B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880"/>
          <a:stretch>
            <a:fillRect/>
          </a:stretch>
        </p:blipFill>
        <p:spPr>
          <a:xfrm>
            <a:off x="6963406" y="5039300"/>
            <a:ext cx="5047100" cy="136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5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6214-E5D3-AFDB-99D1-9CCAE0C9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3FB06-A2C1-57BD-7CFA-06AF9937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KEY MODULES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249B918-A897-08A9-DD1F-61595276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6</a:t>
            </a:fld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C143CE-B25D-E048-6051-3D86E6283B0A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0" y="1579563"/>
            <a:ext cx="11004550" cy="4953000"/>
          </a:xfrm>
        </p:spPr>
        <p:txBody>
          <a:bodyPr>
            <a:norm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200"/>
              <a:t>Dual Port Ram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200"/>
              <a:t>Write Module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200"/>
              <a:t>Read Module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200"/>
              <a:t>Synchronizer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US" sz="2200"/>
              <a:t>Binary to Gray Converter  &amp;  Gray to Binary Converter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811467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3614B-040B-E89C-6BBF-CA321DA5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5D8C-0910-39F7-3BE7-D1D21A08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050" y="78655"/>
            <a:ext cx="10353762" cy="970450"/>
          </a:xfrm>
        </p:spPr>
        <p:txBody>
          <a:bodyPr/>
          <a:lstStyle/>
          <a:p>
            <a:pPr algn="l"/>
            <a:r>
              <a:rPr lang="en-US" sz="4000"/>
              <a:t>BLOCK DIAGRAM</a:t>
            </a:r>
            <a:endParaRPr lang="en-IN" sz="40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C724285-34A4-C531-C551-07868E7DA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7</a:t>
            </a:fld>
            <a:endParaRPr lang="en-IN" dirty="0"/>
          </a:p>
        </p:txBody>
      </p:sp>
      <p:sp>
        <p:nvSpPr>
          <p:cNvPr id="3" name="AutoShape 2" descr="FSM Example: Cleaning Up">
            <a:extLst>
              <a:ext uri="{FF2B5EF4-FFF2-40B4-BE49-F238E27FC236}">
                <a16:creationId xmlns:a16="http://schemas.microsoft.com/office/drawing/2014/main" id="{22AE8A8B-83AF-0F62-5337-B1E80620F1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563880" cy="56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4" descr="FSM Example: Cleaning Up">
            <a:extLst>
              <a:ext uri="{FF2B5EF4-FFF2-40B4-BE49-F238E27FC236}">
                <a16:creationId xmlns:a16="http://schemas.microsoft.com/office/drawing/2014/main" id="{9B3DE8AD-56B1-BD10-416B-A4FFEFEC7F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E36D0A-DF18-E4F0-9E9D-0F0E8526CA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880"/>
          <a:stretch>
            <a:fillRect/>
          </a:stretch>
        </p:blipFill>
        <p:spPr>
          <a:xfrm>
            <a:off x="6991289" y="456550"/>
            <a:ext cx="5047100" cy="13690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4D1ED3-345C-71CF-FB4F-EE70E9FBA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50" y="1002546"/>
            <a:ext cx="9664700" cy="555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209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EA4587-197D-4502-F0FB-DCBBF7DB6EFF}"/>
              </a:ext>
            </a:extLst>
          </p:cNvPr>
          <p:cNvSpPr/>
          <p:nvPr/>
        </p:nvSpPr>
        <p:spPr>
          <a:xfrm>
            <a:off x="4051540" y="5773948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A</a:t>
            </a:r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7142C6-24D3-8863-B123-9AE15173D5C5}"/>
              </a:ext>
            </a:extLst>
          </p:cNvPr>
          <p:cNvSpPr/>
          <p:nvPr/>
        </p:nvSpPr>
        <p:spPr>
          <a:xfrm>
            <a:off x="4051540" y="5014822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</a:t>
            </a:r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FA0A1E-EB39-A72E-C366-186D491B3CCC}"/>
              </a:ext>
            </a:extLst>
          </p:cNvPr>
          <p:cNvSpPr/>
          <p:nvPr/>
        </p:nvSpPr>
        <p:spPr>
          <a:xfrm>
            <a:off x="4051540" y="4255698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C</a:t>
            </a:r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D0D146-3B30-F215-3408-BD84331CA65F}"/>
              </a:ext>
            </a:extLst>
          </p:cNvPr>
          <p:cNvSpPr/>
          <p:nvPr/>
        </p:nvSpPr>
        <p:spPr>
          <a:xfrm>
            <a:off x="4051540" y="3496573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D</a:t>
            </a:r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92976C-9E78-9C6F-919B-7A57C7BD8AB8}"/>
              </a:ext>
            </a:extLst>
          </p:cNvPr>
          <p:cNvSpPr/>
          <p:nvPr/>
        </p:nvSpPr>
        <p:spPr>
          <a:xfrm>
            <a:off x="4051540" y="2737448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1A</a:t>
            </a:r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3C5640-DDCD-9FB3-DE63-4C7FE36BE04F}"/>
              </a:ext>
            </a:extLst>
          </p:cNvPr>
          <p:cNvSpPr/>
          <p:nvPr/>
        </p:nvSpPr>
        <p:spPr>
          <a:xfrm>
            <a:off x="4051540" y="1978323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1B</a:t>
            </a:r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34D7B1-9762-9251-52C1-D98A82BA915E}"/>
              </a:ext>
            </a:extLst>
          </p:cNvPr>
          <p:cNvSpPr/>
          <p:nvPr/>
        </p:nvSpPr>
        <p:spPr>
          <a:xfrm>
            <a:off x="4051540" y="1219198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1C</a:t>
            </a:r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AE174-92EA-378A-2283-801527A4FA36}"/>
              </a:ext>
            </a:extLst>
          </p:cNvPr>
          <p:cNvSpPr/>
          <p:nvPr/>
        </p:nvSpPr>
        <p:spPr>
          <a:xfrm>
            <a:off x="4051540" y="460073"/>
            <a:ext cx="4088920" cy="6843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1D</a:t>
            </a:r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96CF4A-4D03-2337-09BA-1F95257714F1}"/>
              </a:ext>
            </a:extLst>
          </p:cNvPr>
          <p:cNvSpPr/>
          <p:nvPr/>
        </p:nvSpPr>
        <p:spPr>
          <a:xfrm>
            <a:off x="1067783" y="6009736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0000</a:t>
            </a:r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61C3A5-2FD6-9C91-5047-0A85457737E2}"/>
              </a:ext>
            </a:extLst>
          </p:cNvPr>
          <p:cNvSpPr/>
          <p:nvPr/>
        </p:nvSpPr>
        <p:spPr>
          <a:xfrm>
            <a:off x="1067783" y="5250611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0001</a:t>
            </a:r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CD90C1-82B4-3C32-9754-2F3FFFCFE4A6}"/>
              </a:ext>
            </a:extLst>
          </p:cNvPr>
          <p:cNvSpPr/>
          <p:nvPr/>
        </p:nvSpPr>
        <p:spPr>
          <a:xfrm>
            <a:off x="1067783" y="3037107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0100</a:t>
            </a:r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3C365F-5500-2884-2449-E75FD2562E4E}"/>
              </a:ext>
            </a:extLst>
          </p:cNvPr>
          <p:cNvSpPr/>
          <p:nvPr/>
        </p:nvSpPr>
        <p:spPr>
          <a:xfrm>
            <a:off x="1067783" y="2153729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0101</a:t>
            </a:r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C01E65-7BCE-DA14-3B28-BFC958BA0026}"/>
              </a:ext>
            </a:extLst>
          </p:cNvPr>
          <p:cNvSpPr/>
          <p:nvPr/>
        </p:nvSpPr>
        <p:spPr>
          <a:xfrm>
            <a:off x="1067783" y="1423133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0110</a:t>
            </a:r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B16753-09FA-54C4-CCF8-701896C7685E}"/>
              </a:ext>
            </a:extLst>
          </p:cNvPr>
          <p:cNvSpPr/>
          <p:nvPr/>
        </p:nvSpPr>
        <p:spPr>
          <a:xfrm>
            <a:off x="1067783" y="752540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0111</a:t>
            </a:r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8192836-C825-8558-95FD-61825634B9EF}"/>
              </a:ext>
            </a:extLst>
          </p:cNvPr>
          <p:cNvSpPr/>
          <p:nvPr/>
        </p:nvSpPr>
        <p:spPr>
          <a:xfrm>
            <a:off x="1067783" y="4491486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0010</a:t>
            </a:r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A6A91A-E810-51B4-7096-A63D13DB9C47}"/>
              </a:ext>
            </a:extLst>
          </p:cNvPr>
          <p:cNvSpPr/>
          <p:nvPr/>
        </p:nvSpPr>
        <p:spPr>
          <a:xfrm>
            <a:off x="1067783" y="3778368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0011</a:t>
            </a:r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00E442-5692-2E72-C16A-3D962A3C711E}"/>
              </a:ext>
            </a:extLst>
          </p:cNvPr>
          <p:cNvSpPr/>
          <p:nvPr/>
        </p:nvSpPr>
        <p:spPr>
          <a:xfrm>
            <a:off x="10209817" y="6009736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0000</a:t>
            </a:r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DD8C4D-0291-F404-BA0A-D44751592BA8}"/>
              </a:ext>
            </a:extLst>
          </p:cNvPr>
          <p:cNvSpPr/>
          <p:nvPr/>
        </p:nvSpPr>
        <p:spPr>
          <a:xfrm>
            <a:off x="10209817" y="1394604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0110</a:t>
            </a:r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3EE927-F4BD-BDF3-7CD2-6830EC44FCA3}"/>
              </a:ext>
            </a:extLst>
          </p:cNvPr>
          <p:cNvSpPr/>
          <p:nvPr/>
        </p:nvSpPr>
        <p:spPr>
          <a:xfrm>
            <a:off x="10209817" y="2176056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0101</a:t>
            </a:r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B81335-1867-6ECE-64AB-291D4A52FCAC}"/>
              </a:ext>
            </a:extLst>
          </p:cNvPr>
          <p:cNvSpPr/>
          <p:nvPr/>
        </p:nvSpPr>
        <p:spPr>
          <a:xfrm>
            <a:off x="10209817" y="2921808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0100</a:t>
            </a:r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353C52-49D8-D723-23DA-3A22BE49AF57}"/>
              </a:ext>
            </a:extLst>
          </p:cNvPr>
          <p:cNvSpPr/>
          <p:nvPr/>
        </p:nvSpPr>
        <p:spPr>
          <a:xfrm>
            <a:off x="10209817" y="3656621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0011</a:t>
            </a:r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71B6E09-FFEA-3516-35CC-33D1BC370D28}"/>
              </a:ext>
            </a:extLst>
          </p:cNvPr>
          <p:cNvSpPr/>
          <p:nvPr/>
        </p:nvSpPr>
        <p:spPr>
          <a:xfrm>
            <a:off x="10209817" y="4491482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0010</a:t>
            </a:r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046A76-E560-E8C6-B36C-1361328BCAB7}"/>
              </a:ext>
            </a:extLst>
          </p:cNvPr>
          <p:cNvSpPr/>
          <p:nvPr/>
        </p:nvSpPr>
        <p:spPr>
          <a:xfrm>
            <a:off x="10209817" y="5296618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0001</a:t>
            </a:r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AD7362-7684-2881-3962-3C185C5A12AF}"/>
              </a:ext>
            </a:extLst>
          </p:cNvPr>
          <p:cNvSpPr/>
          <p:nvPr/>
        </p:nvSpPr>
        <p:spPr>
          <a:xfrm>
            <a:off x="10139025" y="695861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0111</a:t>
            </a:r>
            <a:endParaRPr lang="en-I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6ACD5F-156A-1864-32C3-66036DEBDDF5}"/>
              </a:ext>
            </a:extLst>
          </p:cNvPr>
          <p:cNvSpPr/>
          <p:nvPr/>
        </p:nvSpPr>
        <p:spPr>
          <a:xfrm>
            <a:off x="2506243" y="6009735"/>
            <a:ext cx="914400" cy="2127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1489698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7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B0A24-A7A3-0C40-9AE3-8BF2D999A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308DB7-E185-D658-0110-887FDF8FC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880"/>
          <a:stretch>
            <a:fillRect/>
          </a:stretch>
        </p:blipFill>
        <p:spPr>
          <a:xfrm>
            <a:off x="6399897" y="158751"/>
            <a:ext cx="6973203" cy="192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35AFCC-2E81-F173-D143-B4D56041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/>
              <a:t>WRITE OPERATION</a:t>
            </a:r>
            <a:endParaRPr lang="en-IN" sz="4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67ABA6-6EA7-C096-AD64-F5FCF206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9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AA3BA2-D423-13FE-E678-F791B1432A61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 bwMode="auto">
          <a:xfrm>
            <a:off x="0" y="1957388"/>
            <a:ext cx="10807700" cy="304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</a:t>
            </a:r>
            <a:r>
              <a:rPr lang="en-US" sz="2400"/>
              <a:t>write mechanism operates entirely within the </a:t>
            </a:r>
            <a:r>
              <a:rPr lang="en-US" sz="2400" b="1"/>
              <a:t>write clock (WCLK) domain</a:t>
            </a:r>
            <a:r>
              <a:rPr lang="en-US" sz="2400"/>
              <a:t>, independent of the read domain.</a:t>
            </a: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400"/>
          </a:p>
          <a:p>
            <a:pPr marL="342900" lvl="0" indent="-34290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400"/>
              <a:t>When the </a:t>
            </a:r>
            <a:r>
              <a:rPr lang="en-US" sz="2400" b="1"/>
              <a:t>Write Enable (WEN)</a:t>
            </a:r>
            <a:r>
              <a:rPr lang="en-US" sz="2400"/>
              <a:t> is active at the write clock edge, the </a:t>
            </a:r>
            <a:r>
              <a:rPr lang="en-US" sz="2400" b="1"/>
              <a:t>write pointer</a:t>
            </a:r>
            <a:r>
              <a:rPr lang="en-US" sz="2400"/>
              <a:t> increments and the input data is stored into the FIFO memory.</a:t>
            </a:r>
          </a:p>
          <a:p>
            <a:pPr marL="342900" lvl="0" indent="-34290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endParaRPr lang="en-US" sz="2400"/>
          </a:p>
          <a:p>
            <a:pPr marL="342900" lvl="0" indent="-34290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400"/>
              <a:t>To ensure data integrity, the </a:t>
            </a:r>
            <a:r>
              <a:rPr lang="en-US" sz="2400" b="1"/>
              <a:t>write pointer</a:t>
            </a:r>
            <a:r>
              <a:rPr lang="en-US" sz="2400"/>
              <a:t> is compared with the </a:t>
            </a:r>
            <a:r>
              <a:rPr lang="en-US" sz="2400" b="1"/>
              <a:t>synchronized read pointer</a:t>
            </a:r>
            <a:r>
              <a:rPr lang="en-US" sz="2400"/>
              <a:t>, preventing overwriting of unread data</a:t>
            </a:r>
          </a:p>
        </p:txBody>
      </p:sp>
    </p:spTree>
    <p:extLst>
      <p:ext uri="{BB962C8B-B14F-4D97-AF65-F5344CB8AC3E}">
        <p14:creationId xmlns:p14="http://schemas.microsoft.com/office/powerpoint/2010/main" val="105227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6E779-8D1A-74A4-B8B8-E61E14B3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CC87BE-B8BD-3696-B92D-9A5BE0490A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880"/>
          <a:stretch>
            <a:fillRect/>
          </a:stretch>
        </p:blipFill>
        <p:spPr>
          <a:xfrm>
            <a:off x="6399897" y="158751"/>
            <a:ext cx="6973203" cy="1924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5F9413-9B6B-2AE7-B015-21C9E239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/>
              <a:t>READ OPERATION</a:t>
            </a:r>
            <a:endParaRPr lang="en-IN" sz="4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806B49C-CBC7-E95B-1564-ACAC22F2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10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912B6E-15D0-23AB-1257-77902CAF442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 bwMode="auto">
          <a:xfrm>
            <a:off x="0" y="2017713"/>
            <a:ext cx="10807700" cy="292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read mechanism operates entirely within the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 clock (RCLK) domain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independent of the write domain.</a:t>
            </a:r>
            <a:endParaRPr lang="en-US" altLang="en-US" sz="220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When the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 Enable (REN)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is active at the read clock edge, the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read pointer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increments and the corresponding data word is retrieved from the FIFO memory.</a:t>
            </a:r>
            <a:r>
              <a:rPr lang="en-US" sz="2400"/>
              <a:t> </a:t>
            </a:r>
          </a:p>
          <a:p>
            <a:pPr lvl="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/>
          </a:p>
          <a:p>
            <a:pPr marL="342900" lvl="0" indent="-34290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400"/>
              <a:t>To ensure data integrity, the </a:t>
            </a:r>
            <a:r>
              <a:rPr lang="en-US" sz="2400" b="1"/>
              <a:t>read pointer</a:t>
            </a:r>
            <a:r>
              <a:rPr lang="en-US" sz="2400"/>
              <a:t> is compared with the </a:t>
            </a:r>
            <a:r>
              <a:rPr lang="en-US" sz="2400" b="1"/>
              <a:t>synchronized write pointer</a:t>
            </a:r>
            <a:r>
              <a:rPr lang="en-US" sz="2400"/>
              <a:t>, preventing access to invalid or unwritten locations.</a:t>
            </a:r>
            <a:endParaRPr kumimoji="0" lang="en-US" altLang="en-US" sz="2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4612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9B67-E653-C393-0B06-25FAE4B1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3102-CA9B-90E7-F1BE-CB8B7687E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READ OPERATION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8DC8C-8647-46AB-4C6B-37A1FB1D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11</a:t>
            </a:fld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1E242-9246-FBE0-D102-10A1052F641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17663"/>
            <a:ext cx="10353675" cy="4059237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/>
              <a:t>The </a:t>
            </a:r>
            <a:r>
              <a:rPr lang="en-US" sz="2400" b="1"/>
              <a:t>Empty flag</a:t>
            </a:r>
            <a:r>
              <a:rPr lang="en-US" sz="2400"/>
              <a:t> is asserted when the read and synchronized write pointers are equal, indicating no unread data is available.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400"/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/>
              <a:t>This mechanism enables </a:t>
            </a:r>
            <a:r>
              <a:rPr lang="en-US" sz="2400" b="1"/>
              <a:t>reliable data extraction across asynchronous clock domains</a:t>
            </a:r>
            <a:r>
              <a:rPr lang="en-US" sz="2400"/>
              <a:t>, safeguarding against underflow and data corruption.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67806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FFBBF-AEEC-A54E-383E-EF875489B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BD64-5B89-FFD9-6B3D-6454A432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FULL FLAG GENERATION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85FF428-A1C0-6B57-306A-557AE139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12</a:t>
            </a:fld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CC246E3-68E5-4FAE-1A63-AD16C86F2BCD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1731963"/>
                <a:ext cx="10353675" cy="4059237"/>
              </a:xfrm>
            </p:spPr>
            <p:txBody>
              <a:bodyPr>
                <a:normAutofit/>
              </a:bodyPr>
              <a:lstStyle/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200" b="1"/>
                  <a:t>Full Flag (full):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200"/>
                  <a:t>Indicates FIFO cannot accept more data.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200" b="1"/>
                  <a:t>Condition:</a:t>
                </a:r>
                <a:r>
                  <a:rPr lang="en-IN" sz="2200"/>
                  <a:t> When the </a:t>
                </a:r>
                <a:r>
                  <a:rPr lang="en-IN" sz="2200" b="1"/>
                  <a:t>next write pointer</a:t>
                </a:r>
                <a:r>
                  <a:rPr lang="en-IN" sz="2200"/>
                  <a:t> equals the </a:t>
                </a:r>
                <a:r>
                  <a:rPr lang="en-IN" sz="2200" b="1"/>
                  <a:t>read pointer</a:t>
                </a:r>
                <a:r>
                  <a:rPr lang="en-IN" sz="2200"/>
                  <a:t> in a wrapped-around manner.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200"/>
                  <a:t>Formula (for pointer-based FIFO):</a:t>
                </a:r>
              </a:p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200" b="0"/>
                        <m:t>full</m:t>
                      </m:r>
                      <m:r>
                        <a:rPr lang="en-IN" sz="2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IN" sz="2200" i="1"/>
                                <m:t>write</m:t>
                              </m:r>
                              <m:r>
                                <m:rPr>
                                  <m:lit/>
                                  <m:nor/>
                                </m:rPr>
                                <a:rPr lang="en-IN" sz="2200" i="1"/>
                                <m:t>_</m:t>
                              </m:r>
                              <m:r>
                                <m:rPr>
                                  <m:nor/>
                                </m:rPr>
                                <a:rPr lang="en-IN" sz="2200" i="1"/>
                                <m:t>ptr</m:t>
                              </m:r>
                              <m:r>
                                <a:rPr lang="en-IN" sz="22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ar-AE" sz="220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IN" sz="220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m:rPr>
                              <m:nor/>
                            </m:rPr>
                            <a:rPr lang="en-IN" sz="2200" i="1"/>
                            <m:t>  </m:t>
                          </m:r>
                          <m:r>
                            <m:rPr>
                              <m:nor/>
                            </m:rPr>
                            <a:rPr lang="en-IN" sz="2200" i="1"/>
                            <m:t>FIFO</m:t>
                          </m:r>
                          <m:r>
                            <m:rPr>
                              <m:lit/>
                              <m:nor/>
                            </m:rPr>
                            <a:rPr lang="en-IN" sz="2200" i="1"/>
                            <m:t>_</m:t>
                          </m:r>
                          <m:r>
                            <m:rPr>
                              <m:nor/>
                            </m:rPr>
                            <a:rPr lang="en-IN" sz="2200" i="1"/>
                            <m:t>size</m:t>
                          </m:r>
                        </m:e>
                      </m:d>
                      <m:r>
                        <a:rPr lang="ar-AE" sz="2200">
                          <a:latin typeface="Cambria Math" panose="02040503050406030204" pitchFamily="18" charset="0"/>
                        </a:rPr>
                        <m:t>==</m:t>
                      </m:r>
                      <m:r>
                        <m:rPr>
                          <m:nor/>
                        </m:rPr>
                        <a:rPr lang="en-IN" sz="2200" i="1"/>
                        <m:t>read</m:t>
                      </m:r>
                      <m:r>
                        <m:rPr>
                          <m:lit/>
                          <m:nor/>
                        </m:rPr>
                        <a:rPr lang="en-IN" sz="2200" i="1"/>
                        <m:t>_</m:t>
                      </m:r>
                      <m:r>
                        <m:rPr>
                          <m:nor/>
                        </m:rPr>
                        <a:rPr lang="en-IN" sz="2200" i="1"/>
                        <m:t>ptr</m:t>
                      </m:r>
                    </m:oMath>
                  </m:oMathPara>
                </a14:m>
                <a:endParaRPr lang="en-IN" sz="2200" b="0"/>
              </a:p>
              <a:p>
                <a:pPr marL="36900" indent="0">
                  <a:buNone/>
                </a:pPr>
                <a:endParaRPr lang="en-US" sz="220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CC246E3-68E5-4FAE-1A63-AD16C86F2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1731963"/>
                <a:ext cx="10353675" cy="405923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81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5D5C1-5E4A-F9C0-1A9B-83366E0D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C72C-634B-7038-0161-838D714D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EMPTY FLAG GENERATION</a:t>
            </a:r>
            <a:endParaRPr lang="en-IN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5825F66-C48E-88DC-38E6-DD1C3292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13</a:t>
            </a:fld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12CAFCC-4C42-38B6-C51B-A9F4C1A9600E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0" y="1731963"/>
                <a:ext cx="10353675" cy="4059237"/>
              </a:xfrm>
            </p:spPr>
            <p:txBody>
              <a:bodyPr>
                <a:normAutofit/>
              </a:bodyPr>
              <a:lstStyle/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200" b="1"/>
                  <a:t>Empty Flag (empty):</a:t>
                </a:r>
                <a:endParaRPr lang="en-US" sz="2200" b="1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400"/>
                  <a:t>Indicates FIFO has no data to read.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400" b="1"/>
                  <a:t>Condition:</a:t>
                </a:r>
                <a:r>
                  <a:rPr lang="en-IN" sz="2400"/>
                  <a:t> When </a:t>
                </a:r>
                <a:r>
                  <a:rPr lang="en-IN" sz="2400" b="1"/>
                  <a:t>read pointer equals write pointer</a:t>
                </a:r>
                <a:r>
                  <a:rPr lang="en-IN" sz="2400"/>
                  <a:t>.</a:t>
                </a:r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en-IN" sz="2400"/>
                  <a:t>Formula:</a:t>
                </a:r>
              </a:p>
              <a:p>
                <a:pPr marL="369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b="0" smtClean="0"/>
                        <m:t>empty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i="1"/>
                            <m:t>write</m:t>
                          </m:r>
                          <m:r>
                            <m:rPr>
                              <m:lit/>
                              <m:nor/>
                            </m:rPr>
                            <a:rPr lang="en-IN" i="1"/>
                            <m:t>_</m:t>
                          </m:r>
                          <m:r>
                            <m:rPr>
                              <m:nor/>
                            </m:rPr>
                            <a:rPr lang="en-IN" i="1"/>
                            <m:t>ptr</m:t>
                          </m:r>
                          <m:r>
                            <a:rPr lang="en-IN">
                              <a:latin typeface="Cambria Math" panose="02040503050406030204" pitchFamily="18" charset="0"/>
                            </a:rPr>
                            <m:t>==</m:t>
                          </m:r>
                          <m:r>
                            <m:rPr>
                              <m:nor/>
                            </m:rPr>
                            <a:rPr lang="en-IN" i="1"/>
                            <m:t>read</m:t>
                          </m:r>
                          <m:r>
                            <m:rPr>
                              <m:lit/>
                              <m:nor/>
                            </m:rPr>
                            <a:rPr lang="en-IN" i="1"/>
                            <m:t>_</m:t>
                          </m:r>
                          <m:r>
                            <m:rPr>
                              <m:nor/>
                            </m:rPr>
                            <a:rPr lang="en-IN" i="1"/>
                            <m:t>ptr</m:t>
                          </m:r>
                        </m:e>
                      </m:d>
                    </m:oMath>
                  </m:oMathPara>
                </a14:m>
                <a:endParaRPr lang="ar-AE" sz="2400" b="0"/>
              </a:p>
              <a:p>
                <a:pPr>
                  <a:buFont typeface="Courier New" panose="02070309020205020404" pitchFamily="49" charset="0"/>
                  <a:buChar char="o"/>
                </a:pPr>
                <a:endParaRPr lang="en-IN" sz="2200" b="1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12CAFCC-4C42-38B6-C51B-A9F4C1A96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0" y="1731963"/>
                <a:ext cx="10353675" cy="405923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611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0C303-7890-D3D0-5B46-6B00EB7B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65A9-8689-D689-D633-286E74E3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RTL VIEW</a:t>
            </a:r>
            <a:endParaRPr lang="en-IN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E540ED5-EDEC-67ED-6E06-81FCD849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14</a:t>
            </a:fld>
            <a:endParaRPr lang="en-IN" dirty="0"/>
          </a:p>
        </p:txBody>
      </p:sp>
      <p:pic>
        <p:nvPicPr>
          <p:cNvPr id="25" name="Content Placeholder 24">
            <a:extLst>
              <a:ext uri="{FF2B5EF4-FFF2-40B4-BE49-F238E27FC236}">
                <a16:creationId xmlns:a16="http://schemas.microsoft.com/office/drawing/2014/main" id="{3414C3CE-59E8-EBA9-CCFB-5CB2CA7290D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68061" y="1446842"/>
            <a:ext cx="11568113" cy="43799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7467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272F0-4C63-17A1-CAB2-DFE2A863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DA0EAB34-0BBE-2813-F67F-6FAA7DA30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/>
              <a:t>METASTABILITY &amp; CLOCK DOMAIN CROSSING</a:t>
            </a:r>
            <a:endParaRPr lang="en-IN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DB130F-C219-2D53-2929-503E117AD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15</a:t>
            </a:fld>
            <a:endParaRPr lang="en-IN" dirty="0"/>
          </a:p>
        </p:txBody>
      </p:sp>
      <p:sp>
        <p:nvSpPr>
          <p:cNvPr id="35" name="Rectangle 1">
            <a:extLst>
              <a:ext uri="{FF2B5EF4-FFF2-40B4-BE49-F238E27FC236}">
                <a16:creationId xmlns:a16="http://schemas.microsoft.com/office/drawing/2014/main" id="{21B44DDB-4D1C-8691-D0EC-8A51B553001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 bwMode="auto">
          <a:xfrm>
            <a:off x="615950" y="1520825"/>
            <a:ext cx="11576050" cy="381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Clock Domain Crossing (CDC):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Occurs when signals pass between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two asynchronous clock domains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such as write and read clocks in an async FIFO.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Metastability: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 temporary, unpredictable state of a flip-flop that arises when an input changes close to the clock edge, potentially causing incorrect data propagation.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Impact in FIFO: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Unsynchronized pointer or control signals can lead to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data corruption, underflow, or overflow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Mitigation Techniques:</a:t>
            </a:r>
            <a:endParaRPr lang="en-US" altLang="en-US" sz="220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69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      1.Synchronizer Flip-Flops: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Multi-stage flip-flops to stabilize signals across domains.</a:t>
            </a:r>
            <a:endParaRPr lang="en-US" altLang="en-US" sz="220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690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200" b="1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     2.Gray Code Pointers: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Minimizes transitions to a single bit, reducing metastability risk.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Significance: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Ensures </a:t>
            </a:r>
            <a:r>
              <a:rPr kumimoji="0" lang="en-US" altLang="en-US" sz="2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reliable and deterministic operation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of asynchronous FIFO across independent clock domains.</a:t>
            </a:r>
          </a:p>
        </p:txBody>
      </p:sp>
    </p:spTree>
    <p:extLst>
      <p:ext uri="{BB962C8B-B14F-4D97-AF65-F5344CB8AC3E}">
        <p14:creationId xmlns:p14="http://schemas.microsoft.com/office/powerpoint/2010/main" val="3731319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1F64-4656-E493-DFA5-EDE78E977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RESULTS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A805A-43CF-6E6A-2E2D-79EBE2A9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257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2B67-D700-14CA-BB09-56FEA997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55A2D-582B-B478-2E73-3FA557B1E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609600"/>
            <a:ext cx="11146907" cy="970450"/>
          </a:xfrm>
        </p:spPr>
        <p:txBody>
          <a:bodyPr>
            <a:normAutofit/>
          </a:bodyPr>
          <a:lstStyle/>
          <a:p>
            <a:pPr algn="l"/>
            <a:r>
              <a:rPr lang="en-IN"/>
              <a:t>i.Full Flag is Set</a:t>
            </a:r>
            <a:endParaRPr lang="en-IN" dirty="0"/>
          </a:p>
        </p:txBody>
      </p:sp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4A9DEBE0-00BB-8822-B182-33D9D1D43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152" y="1649802"/>
            <a:ext cx="11931650" cy="42449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8219D1-74CC-6098-590F-7494740FE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757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6C675-658B-7AE2-F860-8ADFD356F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C5EC-0635-CD29-132C-CCFE94F97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609600"/>
            <a:ext cx="11146907" cy="970450"/>
          </a:xfrm>
        </p:spPr>
        <p:txBody>
          <a:bodyPr>
            <a:normAutofit/>
          </a:bodyPr>
          <a:lstStyle/>
          <a:p>
            <a:pPr algn="l"/>
            <a:r>
              <a:rPr lang="en-IN"/>
              <a:t>ii.Empty Flag is Set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66D9E6-D567-6338-49AE-82F53D208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6A2D069-D208-23AA-7992-59AF9EBEC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095" y="1731102"/>
            <a:ext cx="11737809" cy="415217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5546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89AB3-FB0C-145C-BC1F-DCF8540DA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697B-E668-3E23-8F73-A55B5DCE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" y="609600"/>
            <a:ext cx="11146907" cy="970450"/>
          </a:xfrm>
        </p:spPr>
        <p:txBody>
          <a:bodyPr>
            <a:normAutofit/>
          </a:bodyPr>
          <a:lstStyle/>
          <a:p>
            <a:pPr algn="l"/>
            <a:r>
              <a:rPr lang="en-IN"/>
              <a:t>iii.Simultaneous Write/Read Condition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54F137-FB86-FEB8-0B99-C6F62D78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2815B11-FBF6-14E1-7311-2436BEA0C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51" y="1943100"/>
            <a:ext cx="11493500" cy="3524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9598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0856-18C6-DA73-0AF5-2B67074FB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1197A-11A0-E36D-5B75-CF9068B8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/>
              <a:t>DELAY ANALYSIS</a:t>
            </a:r>
            <a:endParaRPr lang="en-IN" dirty="0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E3E10A76-A331-F26F-0196-D886DBAB27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281241"/>
            <a:ext cx="10353675" cy="296068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FB7D84D-F2C0-20BA-6698-7D1CB38B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F00B055-0872-B8EE-01DA-9776DC7A26AF}"/>
              </a:ext>
            </a:extLst>
          </p:cNvPr>
          <p:cNvSpPr txBox="1">
            <a:spLocks/>
          </p:cNvSpPr>
          <p:nvPr/>
        </p:nvSpPr>
        <p:spPr>
          <a:xfrm>
            <a:off x="8118972" y="3465830"/>
            <a:ext cx="3300984" cy="3219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2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833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C0F5A-A9BD-1211-4C98-E0FCD2FD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EB44-E39A-CE13-A1FE-292AC013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668" y="608498"/>
            <a:ext cx="10353762" cy="970450"/>
          </a:xfrm>
        </p:spPr>
        <p:txBody>
          <a:bodyPr/>
          <a:lstStyle/>
          <a:p>
            <a:pPr algn="l"/>
            <a:r>
              <a:rPr lang="en-US"/>
              <a:t>APPLICATIONS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2CE1B0-2D91-98B6-971F-9B01EF12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21</a:t>
            </a:fld>
            <a:endParaRPr lang="en-IN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0141BFA-30B4-FB05-A5D0-1BFB4F008C3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773668" y="1841500"/>
            <a:ext cx="10707132" cy="4222750"/>
          </a:xfrm>
        </p:spPr>
        <p:txBody>
          <a:bodyPr>
            <a:noAutofit/>
          </a:bodyPr>
          <a:lstStyle/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200" b="1"/>
              <a:t>Clock Domain Crossing (CDC):</a:t>
            </a:r>
            <a:r>
              <a:rPr lang="en-IN" sz="2200"/>
              <a:t>Safely transfers data between subsystems operating on different clocks.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200" b="1"/>
              <a:t>High-Speed Data Transfer:</a:t>
            </a:r>
            <a:r>
              <a:rPr lang="en-IN" sz="2200"/>
              <a:t>Used in communication interfaces (UART, SPI, Ethernet, PCIe) to handle mismatched clock frequencies.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200" b="1"/>
              <a:t>Multirate Systems:</a:t>
            </a:r>
            <a:r>
              <a:rPr lang="en-IN" sz="2200"/>
              <a:t>Audio, video, and DSP pipelines where producer and consumer work at different rates.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200" b="1"/>
              <a:t>SoC / FPGA Integration:</a:t>
            </a:r>
            <a:r>
              <a:rPr lang="en-IN" sz="2200"/>
              <a:t>Connects IP cores with independent clock domains.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200" b="1"/>
              <a:t>Networking &amp; Telecom:</a:t>
            </a:r>
            <a:r>
              <a:rPr lang="en-IN" sz="2200"/>
              <a:t>Buffers packet/data streams between transmitter and receiver.</a:t>
            </a:r>
          </a:p>
          <a:p>
            <a:pPr marL="342900" indent="-342900" algn="l">
              <a:buFont typeface="Courier New" panose="02070309020205020404" pitchFamily="49" charset="0"/>
              <a:buChar char="o"/>
            </a:pPr>
            <a:r>
              <a:rPr lang="en-IN" sz="2200" b="1"/>
              <a:t>Processor–Peripheral Interfaces:</a:t>
            </a:r>
            <a:r>
              <a:rPr lang="en-IN" sz="2200"/>
              <a:t>Bridges between CPU clock and slower/faster peripherals.</a:t>
            </a:r>
          </a:p>
          <a:p>
            <a:pPr algn="l"/>
            <a:endParaRPr lang="en-IN" sz="2200"/>
          </a:p>
          <a:p>
            <a:pPr algn="l"/>
            <a:endParaRPr lang="en-IN" sz="2200"/>
          </a:p>
          <a:p>
            <a:pPr algn="l"/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2791968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07DD-B8F5-BE92-AEF2-EFC9CBF1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CONCLUSION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5C7FF-32DA-33F4-45DE-E06B9583E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DA6D2-3761-DB2A-CE0F-1537586C5A78}"/>
              </a:ext>
            </a:extLst>
          </p:cNvPr>
          <p:cNvSpPr txBox="1"/>
          <p:nvPr/>
        </p:nvSpPr>
        <p:spPr>
          <a:xfrm>
            <a:off x="774699" y="1517650"/>
            <a:ext cx="1083310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/>
              <a:t>Asynchronous FIFO provides a reliable mechanism for </a:t>
            </a:r>
            <a:r>
              <a:rPr lang="en-US" sz="2200" b="1"/>
              <a:t>data transfer across independent clock domains</a:t>
            </a:r>
            <a:r>
              <a:rPr lang="en-US" sz="220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2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/>
              <a:t>It effectively addresses </a:t>
            </a:r>
            <a:r>
              <a:rPr lang="en-US" sz="2200" b="1"/>
              <a:t>metastability concerns</a:t>
            </a:r>
            <a:r>
              <a:rPr lang="en-US" sz="2200"/>
              <a:t>, ensuring robust and error-free communication.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2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/>
              <a:t>The use of </a:t>
            </a:r>
            <a:r>
              <a:rPr lang="en-US" sz="2200" b="1"/>
              <a:t>Full and Empty flags</a:t>
            </a:r>
            <a:r>
              <a:rPr lang="en-US" sz="2200"/>
              <a:t> enables efficient flow control and prevents data loss or overflow.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2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/>
              <a:t>Its versatility makes it an essential component in </a:t>
            </a:r>
            <a:r>
              <a:rPr lang="en-US" sz="2200" b="1"/>
              <a:t>SoC integration, high-speed interfaces, and multirate system design</a:t>
            </a:r>
            <a:r>
              <a:rPr lang="en-US" sz="220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200"/>
              <a:t>Overall, asynchronous FIFO serves as a </a:t>
            </a:r>
            <a:r>
              <a:rPr lang="en-US" sz="2200" b="1"/>
              <a:t>critical building block</a:t>
            </a:r>
            <a:r>
              <a:rPr lang="en-US" sz="2200"/>
              <a:t> in modern digital systems, balancing </a:t>
            </a:r>
            <a:r>
              <a:rPr lang="en-US" sz="2200" b="1"/>
              <a:t>performance, scalability, and reliability</a:t>
            </a:r>
            <a:r>
              <a:rPr lang="en-US" sz="2200"/>
              <a:t>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824300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364E-BF26-DAAD-FDA2-F0DD9FD72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/>
              <a:t>REFERENCE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10EDE-0344-FB61-4957-51C9B7C50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3660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/>
              <a:t>C. E. Cummings, "Simulation and synthesis techniques for asynchronous FIFO design," 2002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/>
              <a:t> P. R. Rao and M. Nanda, “Implementation and Verification of Asyn-chronous FIFO under Boundary Condition,” IJERT, vol. 6, no. 13, 2018.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/>
              <a:t>E. Xie and J. Zhou, “Analysis and Comparison of Asynchronous FIFOand Synchronous FIFO,” Proc. IEEE EEBDA Conf., pp. 260–264, 2023.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DAF6EC-E86E-5A2C-5ED4-232955D7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937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FBF2E-955B-81BB-FFEC-F2230F51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/>
              <a:t>THANK YOU</a:t>
            </a:r>
            <a:endParaRPr lang="en-IN" sz="72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14946-BE08-51E0-C3DF-F310BF69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9DA-162C-4BC9-87D0-8B18AED821AC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98505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1969</TotalTime>
  <Words>1041</Words>
  <Application>Microsoft Office PowerPoint</Application>
  <PresentationFormat>Widescreen</PresentationFormat>
  <Paragraphs>163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Cambria Math</vt:lpstr>
      <vt:lpstr>Courier New</vt:lpstr>
      <vt:lpstr>Wingdings 2</vt:lpstr>
      <vt:lpstr>Slate</vt:lpstr>
      <vt:lpstr>Implementation  of  Asynchronous FIFO</vt:lpstr>
      <vt:lpstr>INDEX</vt:lpstr>
      <vt:lpstr>KEYWORDS</vt:lpstr>
      <vt:lpstr>INTRODUCTION</vt:lpstr>
      <vt:lpstr>ASYNCHRONOUS FIFO</vt:lpstr>
      <vt:lpstr>KEY MODULES</vt:lpstr>
      <vt:lpstr>BLOCK DIAGRAM</vt:lpstr>
      <vt:lpstr>PowerPoint Presentation</vt:lpstr>
      <vt:lpstr>WRITE OPERATION</vt:lpstr>
      <vt:lpstr>READ OPERATION</vt:lpstr>
      <vt:lpstr>READ OPERATION</vt:lpstr>
      <vt:lpstr>FULL FLAG GENERATION</vt:lpstr>
      <vt:lpstr>EMPTY FLAG GENERATION</vt:lpstr>
      <vt:lpstr>RTL VIEW</vt:lpstr>
      <vt:lpstr>METASTABILITY &amp; CLOCK DOMAIN CROSSING</vt:lpstr>
      <vt:lpstr>SIMULATION RESULTS</vt:lpstr>
      <vt:lpstr>i.Full Flag is Set</vt:lpstr>
      <vt:lpstr>ii.Empty Flag is Set</vt:lpstr>
      <vt:lpstr>iii.Simultaneous Write/Read Condition</vt:lpstr>
      <vt:lpstr>DELAY ANALYSIS</vt:lpstr>
      <vt:lpstr>APPLICATIONS</vt:lpstr>
      <vt:lpstr>CONCLUSION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DIPESH JAIN</dc:creator>
  <cp:lastModifiedBy>Bansari Mistry</cp:lastModifiedBy>
  <cp:revision>38</cp:revision>
  <dcterms:created xsi:type="dcterms:W3CDTF">2025-08-28T06:05:35Z</dcterms:created>
  <dcterms:modified xsi:type="dcterms:W3CDTF">2025-10-03T18:17:35Z</dcterms:modified>
</cp:coreProperties>
</file>